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🌱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691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RSEED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感謝が価値になる世界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アップデート報告 &amp; 新アイデア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2026.06.27  /  RITASEED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📰 今日のニュース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感謝が「もっと伝わる・もっと広がる」大型アップデートを公開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868680" cy="86868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55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088" y="1719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週間ランキング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47088" y="21214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今週いちばん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ありがとうをもらった人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886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755648"/>
            <a:ext cx="868680" cy="86868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755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07608" y="1719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コード引換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07608" y="21214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合言葉でRSEEDが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もらえる仕組み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86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93008"/>
            <a:ext cx="868680" cy="86868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930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😀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47088" y="3456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ありがとうスタンプ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47088" y="38587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気持ちを添えて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ワンタップで送れる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38862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3493008"/>
            <a:ext cx="868680" cy="86868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349300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07608" y="3456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公開プロフィール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007608" y="38587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自分のページを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URLでシェア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🏆 お金持ちより、感謝された人が輝く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ランキングは3つの軸で切り替え。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「残高」だけでなく「どれだけ感謝されたか」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を主役にしているのがRSEEDらしさです。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2697480"/>
            <a:ext cx="548640" cy="54864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679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RSEED順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残高ランキング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410712"/>
            <a:ext cx="548640" cy="54864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3924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累計でもらった数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4123944"/>
            <a:ext cx="548640" cy="54864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105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398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直近7日の感謝（新）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13716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A3A1E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だいじな約束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9788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 2,000万枚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97880" y="24414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ビットコイン型・増えない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4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9788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バーンなし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9788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使ったRSEEDは燃やさない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4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97880" y="3685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みんなのプール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9788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感謝は巡って戻ってくる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🎁 記念キャンペーン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特別コードを入れた人に、感謝のおすそわけ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</a:t>
            </a:r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RSEED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もらえる量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78308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名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先着・人数限定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3977640"/>
            <a:ext cx="3931920" cy="658368"/>
          </a:xfrm>
          <a:prstGeom prst="roundRect">
            <a:avLst>
              <a:gd name="adj" fmla="val 50000"/>
            </a:avLst>
          </a:prstGeom>
          <a:solidFill>
            <a:srgbClr val="1A3A1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9776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コード:  </a:t>
            </a:r>
            <a:pPr algn="ctr" indent="0" marL="0">
              <a:buNone/>
            </a:pPr>
            <a:r>
              <a:rPr lang="en-US" sz="1700" b="1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ritataseed1000!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🌅 明日やること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予定です。状況で変わることもあります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81912"/>
            <a:ext cx="457200" cy="45720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📣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広めるフェーズへ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536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note公開とDiscord告知の準備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キャンペーン設計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先着100名コードの届け方を作戦立て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64408"/>
            <a:ext cx="457200" cy="45720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218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次の新機能を選ぶ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218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新アイデア集から次に作るものを決定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105656"/>
            <a:ext cx="457200" cy="457200"/>
          </a:xfrm>
          <a:prstGeom prst="ellipse">
            <a:avLst/>
          </a:prstGeom>
          <a:solidFill>
            <a:srgbClr val="DDEBC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🔧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4059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本番準備の下調べ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405993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セキュリティ・法務の順番を整理（焦らず）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新アイデア集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RSEEDの思想に合う「次に作ると面白い」発明メモ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8E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週替わりお題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毎週テーマで感謝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41732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8E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0168" y="1581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🌳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61688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48456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感謝の木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48456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みんなで育つ1本の木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41732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8E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28816" y="1581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0336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47104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月間MVP表彰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47104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一番感謝された人に称号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8E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3192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6304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ありがとうリレー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808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感謝が次々つながる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31546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8E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30168" y="33192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💌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361688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48456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感謝カード(NFT)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648456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贈れる気持ちの記録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45936" y="315468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8EF"/>
          </a:solidFill>
          <a:ln/>
          <a:effectLst>
            <a:outerShdw sx="100000" sy="100000" kx="0" ky="0" algn="bl" rotWithShape="0" blurRad="88900" dist="38100" dir="5400000">
              <a:srgbClr val="1A3A1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33192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260336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⭐⭐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47104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友達招待ボーナス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547104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お互いに少しRSEED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🌱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0" y="1783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感謝は、消えずに巡る。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誰も損せず、みんなで育てる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 2,000万枚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34290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バーンなし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34290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E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みんなのプール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6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RSEED / RITASEED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RSEED アップデート &amp; 新アイデア</dc:title>
  <dc:subject>PptxGenJS Presentation</dc:subject>
  <dc:creator>RSEED</dc:creator>
  <cp:lastModifiedBy>RSEED</cp:lastModifiedBy>
  <cp:revision>1</cp:revision>
  <dcterms:created xsi:type="dcterms:W3CDTF">2026-06-27T12:50:31Z</dcterms:created>
  <dcterms:modified xsi:type="dcterms:W3CDTF">2026-06-27T12:50:31Z</dcterms:modified>
</cp:coreProperties>
</file>